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576375" cy="141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3621" y="0"/>
            <a:ext cx="2979541" cy="165262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568887" y="156425"/>
            <a:ext cx="34005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AACTACGCAGCAGCTC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ACTACGACGACTT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ACTACTACTACT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ACTACTACCATCATCA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53632" y="4652477"/>
            <a:ext cx="71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" name="Google Shape;58;p13"/>
          <p:cNvCxnSpPr/>
          <p:nvPr/>
        </p:nvCxnSpPr>
        <p:spPr>
          <a:xfrm>
            <a:off x="1804975" y="708385"/>
            <a:ext cx="61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/>
          <p:nvPr/>
        </p:nvCxnSpPr>
        <p:spPr>
          <a:xfrm>
            <a:off x="5792650" y="708398"/>
            <a:ext cx="61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